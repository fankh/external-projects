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보안 관제 운영 체계</a:t>
            </a:r>
            <a:br/>
            <a:r>
              <a:t>케이스 스터디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C8DC"/>
                </a:solidFill>
              </a:defRPr>
            </a:pPr>
            <a:r>
              <a:t>일반 보안관제 · 정부 사이버안전센터 · 금융 보안관제 · SOAR · MDR · XDR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</a:defRPr>
            </a:pPr>
            <a:r>
              <a:t>2026.04  |  Seekurity SIEM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4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1. 보안관제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1.1 보안관제의 정의와 목적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보안관제(Security Operations) — 보안 이벤트를 실시간 모니터링하고 위협을 탐지·분석·대응하는 활동</a:t>
            </a:r>
            <a:br/>
            <a:r>
              <a:t>SOC (Security Operations Center) — 24×365 운영</a:t>
            </a:r>
            <a:br/>
            <a:br/>
            <a:r>
              <a:t>핵심 목적:</a:t>
            </a:r>
            <a:br/>
            <a:r>
              <a:t>  • 사이버 위협의 실시간 탐지 및 조기 경보</a:t>
            </a:r>
            <a:br/>
            <a:r>
              <a:t>  • 침해사고 발생 시 신속 대응 및 피해 최소화</a:t>
            </a:r>
            <a:br/>
            <a:r>
              <a:t>  • 보안 이벤트의 체계적 수집·분석·저장</a:t>
            </a:r>
            <a:br/>
            <a:r>
              <a:t>  • 법규 컴플라이언스 준수 (개인정보보호법, 전자금융감독규정)</a:t>
            </a:r>
            <a:br/>
            <a:r>
              <a:t>  • 위협 동향 분석 및 선제적 방어 체계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1.2 보안관제 발전 단계 (ESM → SIEM → SOAR → XDR)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2670048"/>
            <a:ext cx="10972800" cy="1975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4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2. 일반 보안관제 프로세스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2.1 관제 운영 5단계 프로세스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_soc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2560320"/>
            <a:ext cx="109728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2.1 단계별 상세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27432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활동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도구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산출물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 수집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보안장비/서버 로그 수집, 정규화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SIEM Collector,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정규화 이벤트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 탐지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룰 기반 탐지, 상관분석, AI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SIEM Engine, ML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Alert / Alarm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오탐/정탐 분류, TI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TI, Sandbox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분석 보고서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4. 대응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IP/URL 차단, EP 격리, 복구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FW, EDR, SOAR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대응 이력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 보고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일일/주간/월간 보고, 통계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관제 보고서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2.2 Tier 1 / 2 / 3 분류 체계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_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949958"/>
            <a:ext cx="109728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2.3 에스컬레이션 절차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0040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심각도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정의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대상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보고 시한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서비스 중단, 대규모 유출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CISO→경영진→유관기관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30분 이내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중요 시스템 침해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SOC장→CISO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1시간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정책 위반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Tier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4시간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정보성 이벤트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Tier 1 기록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일일 보고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4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3. 정부 사이버안전센터 케이스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3.1 국가사이버안보센터(NCSC) 체계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_nc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949958"/>
            <a:ext cx="109728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3.2 사이버위협 경보 단계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3657600"/>
                <a:gridCol w="41148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명칭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기준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대응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정상 (Green)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일상적 위협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정상 관제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관심 (Blue)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위협 징후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모니터링 강화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주의 (Yellow)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공격 증가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비상팀 가동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경계 (Orange)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인프라 공격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비상 근무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심각 (Red)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국가 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전면 비상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3.3 서울시 AI 보안관제 사례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5720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도입 전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도입 후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탐지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룰 기반 시그니처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AI/ML + 룰 병행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오탐률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30~40%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5~10%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분석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수동 30분+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AI 5분 이내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관제 범위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주요 시스템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전체 시스템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인력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반복 업무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심층 분석 집중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4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4. 금융 보안관제 케이스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4.1 금융보안원(FSEC) 체계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금융보안원 — 금융위원회 산하, 금융 사이버 보안 총괄</a:t>
            </a:r>
            <a:br/>
            <a:br/>
            <a:r>
              <a:t>주요 역할:</a:t>
            </a:r>
            <a:br/>
            <a:r>
              <a:t>  • 금융 ISAC — 위협 정보 수집·분석·배포</a:t>
            </a:r>
            <a:br/>
            <a:r>
              <a:t>  • 금융회사 보안관제 지원 및 모의훈련</a:t>
            </a:r>
            <a:br/>
            <a:r>
              <a:t>  • 취약점 분석·평가 기준 수립 (2026 개정)</a:t>
            </a:r>
            <a:br/>
            <a:r>
              <a:t>  • 전자금융사고 대응</a:t>
            </a:r>
            <a:br/>
            <a:br/>
            <a:r>
              <a:t>2026년: 핀테크보안점검 본격 운영, 제로트러스트 안내서, 클라우드 보안 47개 기준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4.2 전자금융감독규정 요구사항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5720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조항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요구사항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SIEM 관련성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제11조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접근 로그 5년+ 보관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Retention 설정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제14조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IDS/IPS 운영 의무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로그 수집, 상관분석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제32조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금융거래 정보 암호화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암호화 모니터링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제37조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IT 리스크, 사고 보고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대시보드, 자동 보고서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4.3 금융 특수 요구사항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1148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요구사항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금융기관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일반 기업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로그 보관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5년+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6개월~1년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관제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24×365 의무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업무시간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사고 보고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2시간 이내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24시간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망분리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물리적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논리적 허용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RPO 0, RTO 2시간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권장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4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SOAR — 보안 오케스트레이션 자동화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SOAR 아키텍처 — 입력→오케스트레이션→플레이북→대응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_so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2061972"/>
            <a:ext cx="109728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SOAR 한국 시장 (2025~2026)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솔루션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개발사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특징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사례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eyeCloudXOAR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시큐레이어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조달 1위, 노코드 플레이북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대응 30분→1분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AhnLab SOAR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안랩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V3/EDR 연동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금융/공공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Secure Orchestra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시큐어시스템즈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6,800+ 플레이북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대기업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Logpresso SOAR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로그프레소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170+ 앱 연동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중견기업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SPiDER SOAR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이글루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SIEM+AI+SOAR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공공/금융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플레이북 사례: 피싱 자동 대응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96012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36576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수동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SOAR 자동화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시간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메일 접수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관제요원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SIEM→SOAR 자동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0초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헤더 분석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수동 IP/URL 확인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API 자동 파싱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2초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TI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수동 VT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자동 VT/AbuseIPDB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5초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악성 판정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분석가 수동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ML 자동 분류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3초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URL 차단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FW 콘솔 수동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FW API 자동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2초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알림+티켓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수동 작성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자동 발송+생성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3초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합계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30~60분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~15초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120배 단축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4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MDR — 관리형 탐지 및 대응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MDR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MDR (Managed Detection and Response)</a:t>
            </a:r>
            <a:br/>
            <a:r>
              <a:t>자체 SOC 운영이 어려운 기업에 24/7 탐지·대응을 서비스로 제공</a:t>
            </a:r>
            <a:br/>
            <a:br/>
            <a:r>
              <a:t>구성: 원격 SOC + EDR/XDR + 위협 헌팅 + 사고 대응</a:t>
            </a:r>
            <a:br/>
            <a:br/>
            <a:r>
              <a:t>한국 동향 (2025~2026):</a:t>
            </a:r>
            <a:br/>
            <a:r>
              <a:t>  • 대형 해킹 사고 이후 EDR·XDR·MDR 도입 러시</a:t>
            </a:r>
            <a:br/>
            <a:r>
              <a:t>  • 중견/스타트업까지 수요 확대</a:t>
            </a:r>
            <a:br/>
            <a:r>
              <a:t>  • MDR 고객 수요 전년 대비 2배+</a:t>
            </a:r>
            <a:br/>
            <a:r>
              <a:t>  • 파고네트웍스: 클라우드 MDR, 동남아 진출</a:t>
            </a:r>
            <a:br/>
            <a:r>
              <a:t>  • 안랩/SK쉴더스: 국내 최적화 MDR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MDR vs 자체 SOC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5720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자체 SOC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MDR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초기 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수억원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월 구독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인력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5~10명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서비스 SOC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운영시간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자체 (24시간 어려움)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24×365 보장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전문성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채용/교육 필요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즉시 투입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적합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대기업/금융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중견/스타트업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4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XDR — 확장된 탐지 및 대응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XDR 통합 커버리지 — Endpoint + Network + Cloud + Identity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_xd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2260854"/>
            <a:ext cx="109728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SIEM vs SOAR vs XDR vs MDR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SIEM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SOAR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XDR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MDR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핵심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로그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대응 자동화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통합 탐지·대응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관리형 서비스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자동화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탐지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대응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탐지+대응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전문가+자동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AI/ML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일부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판단 보조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핵심 엔진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핵심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인력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운영 필요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플레이북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운영 필요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불필요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비용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라이선스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추가 라이선스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통합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월 구독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4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AI 기반 보안관제 자동화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AI 적용 영역별 활용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274320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영역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AI 활용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기존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효과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탐지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ML 이상행위 (UEBA, DL)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시그니처 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오탐 40%→10%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로그 분류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NLP 자동 분류/파싱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수동 Parser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개발 80% 단축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인시던트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LLM 자연어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수동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30분→5분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대응 판단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AI 위험도 스코어링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경험 의존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일관성+속도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헌팅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ML Proactive Hunting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주기적 수동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상시 자동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보고서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LLM 자동 생성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수동 수시간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자동 수분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AI 보안관제 도입 로드맵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_ai_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2660904"/>
            <a:ext cx="10972800" cy="192023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4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5. SIEM 구축 핵심 고려사항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ROI 기대효과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도입 전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도입 후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개선율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MTTD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수시간~수일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수분~수십분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90%+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MTTR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수시간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30분 이내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80%+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이벤트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수천 건/일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수백만 건/일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100배+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보고 자동화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수작업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자동 생성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95%+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A5C"/>
                </a:solidFill>
              </a:defRPr>
            </a:pPr>
            <a:r>
              <a:t>6. 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• 국가사이버안보센터 — ncsc.go.kr</a:t>
            </a:r>
            <a:br/>
            <a:r>
              <a:t>• 금융보안원 — fsec.or.kr</a:t>
            </a:r>
            <a:br/>
            <a:r>
              <a:t>• KISA — krcert.or.kr</a:t>
            </a:r>
            <a:br/>
            <a:r>
              <a:t>• MITRE ATT&amp;CK — attack.mitre.org</a:t>
            </a:r>
            <a:br/>
            <a:r>
              <a:t>• 이글루코퍼레이션 — igloo.co.kr</a:t>
            </a:r>
            <a:br/>
            <a:r>
              <a:t>• SeekersLab — seekerslab.com</a:t>
            </a:r>
            <a:br/>
            <a:r>
              <a:t>• 보안뉴스 SOAR 리포트 2025</a:t>
            </a:r>
            <a:br/>
            <a:r>
              <a:t>• 전자신문 EDR/XDR/MDR 도입 러시 2025</a:t>
            </a:r>
            <a:br/>
            <a:br/>
            <a:br/>
            <a:r>
              <a:t>© 2026 Seekurity SIEM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