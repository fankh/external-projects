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Seekurity SIEM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KOVAN Security Information and Event Management</a:t>
            </a:r>
            <a:br/>
            <a:r>
              <a:t>보안 정보 및 이벤트 관리 시스템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Multi-tier log collection architecture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Real-time log parsing and normalization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Advanced detection rule engine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MITRE ATT&amp;CK framework mapping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Automated response and alerting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1188720"/>
            <a:ext cx="6248095" cy="502920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3200400"/>
            <a:ext cx="6248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12121"/>
                </a:solidFill>
              </a:defRPr>
            </a:pPr>
            <a:r>
              <a:t>[Diagram: architecture_overview]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Supported Log Sources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7729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Vendor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Models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Firewall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SECUI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MF2 1510/1520, BLUEMAX NGF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✓ Verified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Firewall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Juniper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SSG-550M, SSG-320M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✓ Verified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VPN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FortiGate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✓ Verified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Genians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S10_R1, C10_R1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✓ Verified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IPS/DDoS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SNIPER DDX/ONE-d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Pending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WAF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Penta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WAPPLES-2700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Pending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Detection Rules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560320" cy="2286000"/>
          </a:xfrm>
          <a:prstGeom prst="roundRect">
            <a:avLst/>
          </a:prstGeom>
          <a:solidFill>
            <a:srgbClr val="1976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Total Rules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828800"/>
            <a:ext cx="2560320" cy="2286000"/>
          </a:xfrm>
          <a:prstGeom prst="roundRect">
            <a:avLst/>
          </a:prstGeom>
          <a:solidFill>
            <a:srgbClr val="43A0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21031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320040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CRITICAL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28800"/>
            <a:ext cx="2560320" cy="2286000"/>
          </a:xfrm>
          <a:prstGeom prst="roundRect">
            <a:avLst/>
          </a:prstGeom>
          <a:solidFill>
            <a:srgbClr val="F57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1031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20040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HIGH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828800"/>
            <a:ext cx="2560320" cy="2286000"/>
          </a:xfrm>
          <a:prstGeom prst="roundRect">
            <a:avLst/>
          </a:prstGeom>
          <a:solidFill>
            <a:srgbClr val="E5393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21031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320040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Categories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Detection Rule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Firewall: Port scans, C2 traffic, unauthorized DB access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VPN: Brute force attacks, authentication failures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NAC: Rogue devices, MAC spoofing, policy violations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IPS/IDS: SQL injection, XSS, exploit signatures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DDoS: Flood attacks, traffic anomalies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WAF: Command injection, directory traversal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Authentication: Failed logins, privilege escalation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Exfiltration: Large data transfers, DNS tunneling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1188720"/>
            <a:ext cx="6248095" cy="502920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3200400"/>
            <a:ext cx="6248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12121"/>
                </a:solidFill>
              </a:defRPr>
            </a:pPr>
            <a:r>
              <a:t>[Diagram: detection_rules]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MITRE ATT&amp;CK Coverage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7729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Tactic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Technique ID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Detection Rules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Initial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T1190, T1133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FW-005, FW-006, VPN-003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Credential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VPN-001, VPN-002, AUTH-001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Defense Evasion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T1036, T1562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NAC-002, NAC-004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Command &amp;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T1571, T1071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FW-002, EXFIL-002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Exfiltration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T1048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FW-004, EXFIL-001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T1498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DDOS-001, DDOS-002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Alert Processing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Log ingestion from 50+ sources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Real-time parsing with vendor-specific regex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Rule matching against 28 detection rules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Automatic MITRE ATT&amp;CK classification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Severity-based response actions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Integration with ticketing and SOAR systems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1188720"/>
            <a:ext cx="6248095" cy="502920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3200400"/>
            <a:ext cx="6248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12121"/>
                </a:solidFill>
              </a:defRPr>
            </a:pPr>
            <a:r>
              <a:t>[Diagram: alert_workflow]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KOVAN Network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Internet Zone: External user access monitoring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DMZ: Web application firewall logs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Security Layer: Firewall, IPS, DDoS protection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Internal Network: NAC, VPN, database access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Full visibility across all network segments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1188720"/>
            <a:ext cx="6248095" cy="502920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3200400"/>
            <a:ext cx="6248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12121"/>
                </a:solidFill>
              </a:defRPr>
            </a:pPr>
            <a:r>
              <a:t>[Diagram: kovan_network]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